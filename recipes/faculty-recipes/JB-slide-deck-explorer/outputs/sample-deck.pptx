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 with a concrete case before the title lands -- a loan denial, an audit flag, a low transplant ranking. The person on the receiving end is the 'decision-subject.' Today's claim: the standard remedy, explanation, isn't enough. (Demonstrative deck built from a synthetic stand-in passage; JB swaps in his own paper.)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Law and ethics have converged on transparency/explanation as the fix. I want to grant that explanation is necessary and then show it leaves something important out. Lead with the live question, not an outline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exactly -- this is the load-bearing sentence. 'Answerable' means: she has standing to challenge the decision and trigger reconsideration by someone who can be held responsible. I call this the duty of contestability. Transparency without it = informed but powerless, and that powerlessness is a distinct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explanation tells you what already happened -- features, weights, the threshold you missed. But treating someone as a rational agent grants her a role in what happens NEXT. The weather analogy: a perfect explanation of the weather doesn't make the weather answerable to me. Understanding why you acted doesn't exhaust our moral relationship; my standing to ask you to think again is part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contest is to address a demand to SOMEONE who can receive it, weigh it, and revise or justify. Automated systems distribute 'the decision' across a model, a dataset, a procurement contract, a deployment policy -- no single point where a human stands ready to answer. No addressee, no one to hear the demand: the duty is violated even if every output is scrupulously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all you care about is accuracy and fair distribution. Then picture two systems, identical in both, one allowing appeal to a responsible officer and one not. The subjects under the second are wronged in a way the first are not -- EVEN THOUGH no one's outcome changes. The wrong is in the relation: in being placed where your reasons can't get a hearing. This is the slide that shows the thesis isn't reducible to fairness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structural breath. Restate: answerability beats mere explanation (thesis), because explanation is backward-looking (P1), accountability needs an addressee (P2), and the wrong is relational (P3). Now I owe you the best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Steelman it. The critic says contestability collapses into explanation + an appeals process, and appeals just surface better explanations. If an appeal merely re-runs the model with more data, nothing morally new is added -- we've only paid more for the same backward-looking good. State this as strongly as its proponent would.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quote. The point of an addressable agent isn't a better explanation -- it's to instantiate a RELATIONSHIP of answerability: to make it the case that the subject's reasons can, in principle, move someone with authority to revise.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keeps the surface form ('you may appeal') while removing the substance (no one whose mind can change). That we can build counterfeits doesn't show the genuine article is empty -- it shows why the duty must be specified as ANSWERABILITY, not as PROCESS. Keep this on its own slide; it's the move that defeats the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engineered to be perfectly explicable yet perfectly unanswerable don't discharge the duty -- they disguise its violation. Close on the reframed design question; that's the portable takeaway for a mixed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Owe Decision-Subjects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Explanation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deck — synthetic stand-in passage  ·  one move per slide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algorithm decides against you, the standard demand is: </a:t>
            </a:r>
            <a:pPr algn="l" indent="0" marL="0">
              <a:lnSpc>
                <a:spcPct val="112000"/>
              </a:lnSpc>
              <a:buNone/>
            </a:pPr>
            <a:r>
              <a:rPr lang="en-US" sz="3000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why.</a:t>
            </a:r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Is that enough?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we owe a decision-subject is not merely that the decision be </a:t>
            </a:r>
            <a:pPr algn="l" indent="0" marL="0">
              <a:lnSpc>
                <a:spcPct val="112000"/>
              </a:lnSpc>
              <a:buNone/>
            </a:pPr>
            <a:r>
              <a:rPr lang="en-US" sz="3000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explained</a:t>
            </a:r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her, but that it be </a:t>
            </a:r>
            <a:pPr algn="l" indent="0" marL="0">
              <a:lnSpc>
                <a:spcPct val="112000"/>
              </a:lnSpc>
              <a:buNone/>
            </a:pPr>
            <a:r>
              <a:rPr lang="en-US" sz="3000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answerable</a:t>
            </a:r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her.”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duty of contestability: standing to challenge the decision and trigger reconsideration by an agent who can be held responsible.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Explanation is backward-looking; respect is forward-looking.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explanation tells you what already happened.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someone as a rational agent grants her a role in what happens next.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 requires an addressable agent — and automation is built to remove one.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contest is to address a demand to someone who can receive, weigh, and revise.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systems distribute “the decision” across model, data, contract, and policy — no addressee.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wrong is relational, not merely distributive.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1206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2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2651760"/>
            <a:ext cx="51206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2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outcomes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to a responsible officer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outcomes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appeal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under B are wronged in a way A's are not — though no one's outcome changes.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+ three premises — now the strongest objection.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Answerability beats mere explanation  (thesis)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is backward-looking  (P1)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needs an addressee  (P2)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is relational  (P3)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“Contestability is just slower, more expensive explanation.”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merely surface better explanations. If an appeal just re-runs the model with more data, nothing morally new has been added.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(1 OF 2): FORM VS.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mistakes the </a:t>
            </a:r>
            <a:pPr algn="l" indent="0" marL="0">
              <a:lnSpc>
                <a:spcPct val="112000"/>
              </a:lnSpc>
              <a:buNone/>
            </a:pPr>
            <a:r>
              <a:rPr lang="en-US" sz="3200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</a:t>
            </a:r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contestation for its </a:t>
            </a:r>
            <a:pPr algn="l" indent="0" marL="0">
              <a:lnSpc>
                <a:spcPct val="112000"/>
              </a:lnSpc>
              <a:buNone/>
            </a:pPr>
            <a:r>
              <a:rPr lang="en-US" sz="3200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</a:t>
            </a:r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an addressable agent is to instantiate a relationship of answerability — to make it the case that the subject’s reasons can, in principle, move someone with authority to revise.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(2 OF 2): THE COUNTERFEIT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Owe Decision-Subjects Beyond Explanation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appeal that only re-runs the model is a counterfeit of contestability, not an instance of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surface form (“you may appeal”) — removes the substance (no one whose mind can change).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we can build counterfeits doesn’t show the genuine article is empty.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UPSHOT FOR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only “can we </a:t>
            </a:r>
            <a:pPr algn="l" indent="0" marL="0">
              <a:lnSpc>
                <a:spcPct val="112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</a:t>
            </a:r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output?”</a:t>
            </a:r>
            <a:endParaRPr lang="en-US" sz="3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“to whom can the subject address her challenge — and can that agent </a:t>
            </a:r>
            <a:pPr algn="l" indent="0" marL="0">
              <a:lnSpc>
                <a:spcPct val="112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</a:t>
            </a:r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decision?”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engineered to be perfectly explicable yet perfectly unanswerable do not discharge the duty — they disguise its violation.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Owe Decision-Subjects Beyond Explanation</dc:title>
  <dc:subject>PptxGenJS Presentation</dc:subject>
  <dc:creator>JB (sample)</dc:creator>
  <cp:lastModifiedBy>JB (sample)</cp:lastModifiedBy>
  <cp:revision>1</cp:revision>
  <dcterms:created xsi:type="dcterms:W3CDTF">2026-06-02T11:07:58Z</dcterms:created>
  <dcterms:modified xsi:type="dcterms:W3CDTF">2026-06-02T11:07:58Z</dcterms:modified>
</cp:coreProperties>
</file>